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370" autoAdjust="0"/>
    <p:restoredTop sz="94660"/>
  </p:normalViewPr>
  <p:slideViewPr>
    <p:cSldViewPr snapToGrid="0">
      <p:cViewPr varScale="1">
        <p:scale>
          <a:sx n="26" d="100"/>
          <a:sy n="26" d="100"/>
        </p:scale>
        <p:origin x="78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48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24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6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7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2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8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0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6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0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3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34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7331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42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84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69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64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5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B2ECB-F062-454C-BC13-6259D5A7165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3607E-03D7-4183-8AC7-4B6F5EBDB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6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night sky at Lake Tekapo New Zealand">
            <a:extLst>
              <a:ext uri="{FF2B5EF4-FFF2-40B4-BE49-F238E27FC236}">
                <a16:creationId xmlns:a16="http://schemas.microsoft.com/office/drawing/2014/main" id="{E665D16A-4E19-2F20-235E-B3CA202EB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38400"/>
            <a:ext cx="12150968" cy="4289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8EE578-E7FB-7090-5D55-D8D55EC2E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031" y="1409109"/>
            <a:ext cx="11347938" cy="1641231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AI-Based Predictive maintenance for space missions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B5070-13E6-DC73-6F5F-95F56B822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3984" y="4250771"/>
            <a:ext cx="2688663" cy="1198120"/>
          </a:xfrm>
        </p:spPr>
        <p:txBody>
          <a:bodyPr>
            <a:normAutofit/>
          </a:bodyPr>
          <a:lstStyle/>
          <a:p>
            <a:pPr algn="r"/>
            <a:r>
              <a:rPr lang="en-US" sz="2000" dirty="0">
                <a:solidFill>
                  <a:srgbClr val="FFFFFF"/>
                </a:solidFill>
              </a:rPr>
              <a:t>Courtney Bernard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ITAI 2372</a:t>
            </a: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F12549C-6691-2EB2-2DD5-9472392657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3385" y="543835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67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87"/>
    </mc:Choice>
    <mc:Fallback>
      <p:transition spd="slow" advTm="109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8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Question mark on green pastel background">
            <a:extLst>
              <a:ext uri="{FF2B5EF4-FFF2-40B4-BE49-F238E27FC236}">
                <a16:creationId xmlns:a16="http://schemas.microsoft.com/office/drawing/2014/main" id="{79539BE6-E70D-71A7-9A69-AD2BB6670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260" y="1447800"/>
            <a:ext cx="7461739" cy="5410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387630-F115-6B2E-107F-3A286455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400" y="-51581"/>
            <a:ext cx="6547338" cy="1872761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6E4B8-0166-9B7E-EB3F-C97C3B4FB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663" y="1739411"/>
            <a:ext cx="4292598" cy="5118589"/>
          </a:xfrm>
        </p:spPr>
        <p:txBody>
          <a:bodyPr>
            <a:normAutofit/>
          </a:bodyPr>
          <a:lstStyle/>
          <a:p>
            <a:r>
              <a:rPr lang="en-US" sz="2800" b="1" dirty="0"/>
              <a:t>Complex systems</a:t>
            </a:r>
          </a:p>
          <a:p>
            <a:r>
              <a:rPr lang="en-US" sz="2800" b="1" dirty="0"/>
              <a:t>High Risk</a:t>
            </a:r>
          </a:p>
          <a:p>
            <a:r>
              <a:rPr lang="en-US" sz="2800" b="1" dirty="0"/>
              <a:t>Reactive Maintenance</a:t>
            </a:r>
          </a:p>
          <a:p>
            <a:r>
              <a:rPr lang="en-US" sz="2800" b="1" dirty="0"/>
              <a:t>Missed warning signs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BE12A02-7892-98AD-5C94-A25A976455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57300" y="5573737"/>
            <a:ext cx="7239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215"/>
    </mc:Choice>
    <mc:Fallback>
      <p:transition spd="slow" advTm="182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3D face graphic">
            <a:extLst>
              <a:ext uri="{FF2B5EF4-FFF2-40B4-BE49-F238E27FC236}">
                <a16:creationId xmlns:a16="http://schemas.microsoft.com/office/drawing/2014/main" id="{55DFF02E-0D1B-03D5-09CE-838B93305C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117429"/>
            <a:ext cx="8877300" cy="55483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7E5FC9-7248-295A-87D8-C652672C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309489"/>
            <a:ext cx="8317523" cy="1885071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9B46C-9B53-E78D-3187-6E5B10BED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4964723" cy="1885071"/>
          </a:xfrm>
        </p:spPr>
        <p:txBody>
          <a:bodyPr>
            <a:normAutofit lnSpcReduction="10000"/>
          </a:bodyPr>
          <a:lstStyle/>
          <a:p>
            <a:r>
              <a:rPr lang="en-US" sz="2800" b="1" dirty="0"/>
              <a:t>Limited repairs</a:t>
            </a:r>
          </a:p>
          <a:p>
            <a:r>
              <a:rPr lang="en-US" sz="2800" b="1" dirty="0"/>
              <a:t>Astronaut safety</a:t>
            </a:r>
          </a:p>
          <a:p>
            <a:r>
              <a:rPr lang="en-US" sz="2800" b="1" dirty="0"/>
              <a:t>Mission cost</a:t>
            </a:r>
          </a:p>
          <a:p>
            <a:r>
              <a:rPr lang="en-US" sz="2800" b="1" dirty="0"/>
              <a:t>Early detection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9B52D56C-C9DC-C5EE-FEE9-926414CDA5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565990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70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77"/>
    </mc:Choice>
    <mc:Fallback>
      <p:transition spd="slow" advTm="150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7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7359DB-6BCD-BCC3-3263-24ACB2E18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1" y="923363"/>
            <a:ext cx="9296400" cy="5814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683E7A-98DE-7211-3795-C7875C34F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428892" cy="1293028"/>
          </a:xfrm>
        </p:spPr>
        <p:txBody>
          <a:bodyPr>
            <a:normAutofit/>
          </a:bodyPr>
          <a:lstStyle/>
          <a:p>
            <a:r>
              <a:rPr lang="en-US" sz="7200" b="1" dirty="0"/>
              <a:t>The AI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4E2B3-1ADF-5D0C-2B6F-3CC14083D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4870938" cy="2142978"/>
          </a:xfrm>
        </p:spPr>
        <p:txBody>
          <a:bodyPr>
            <a:normAutofit/>
          </a:bodyPr>
          <a:lstStyle/>
          <a:p>
            <a:r>
              <a:rPr lang="en-US" sz="2800" b="1" dirty="0"/>
              <a:t>Machine learning</a:t>
            </a:r>
          </a:p>
          <a:p>
            <a:r>
              <a:rPr lang="en-US" sz="2800" b="1" dirty="0"/>
              <a:t>Data analysis</a:t>
            </a:r>
          </a:p>
          <a:p>
            <a:r>
              <a:rPr lang="en-US" sz="2800" b="1" dirty="0"/>
              <a:t>Pattern detection</a:t>
            </a:r>
          </a:p>
          <a:p>
            <a:r>
              <a:rPr lang="en-US" sz="2800" b="1" dirty="0"/>
              <a:t>Early Warnings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9129FCE2-EFFB-1865-4D29-F763F40CC1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5867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06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89"/>
    </mc:Choice>
    <mc:Fallback>
      <p:transition spd="slow" advTm="13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8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99C102-6471-8845-8D82-825FE6837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027" y="2057402"/>
            <a:ext cx="8348973" cy="47005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3420DA-5977-77C8-06E8-A96033268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B3171-DE1B-BDBA-11D8-744E03ABE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5661212" cy="2915322"/>
          </a:xfrm>
        </p:spPr>
        <p:txBody>
          <a:bodyPr>
            <a:normAutofit/>
          </a:bodyPr>
          <a:lstStyle/>
          <a:p>
            <a:r>
              <a:rPr lang="en-US" sz="2800" b="1" dirty="0"/>
              <a:t>Collect data</a:t>
            </a:r>
          </a:p>
          <a:p>
            <a:r>
              <a:rPr lang="en-US" sz="2800" b="1" dirty="0"/>
              <a:t>Process data</a:t>
            </a:r>
          </a:p>
          <a:p>
            <a:r>
              <a:rPr lang="en-US" sz="2800" b="1" dirty="0"/>
              <a:t>Train model</a:t>
            </a:r>
          </a:p>
          <a:p>
            <a:r>
              <a:rPr lang="en-US" sz="2800" b="1" dirty="0"/>
              <a:t>Monitor systems</a:t>
            </a:r>
          </a:p>
          <a:p>
            <a:r>
              <a:rPr lang="en-US" sz="2800" b="1" dirty="0"/>
              <a:t>Detect Issues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37EF740D-44E2-292F-37A3-59781A9FE3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4412" y="5676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18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391"/>
    </mc:Choice>
    <mc:Fallback>
      <p:transition spd="slow" advTm="153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9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247C9E-8CA3-5DBE-E894-FF7BBD565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899" y="2037229"/>
            <a:ext cx="8039101" cy="4800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913AE4-B632-F169-6AE4-4A93BC67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0651C-72A5-370B-ECB1-ABCF1ABCA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2"/>
            <a:ext cx="3467099" cy="3657598"/>
          </a:xfrm>
        </p:spPr>
        <p:txBody>
          <a:bodyPr>
            <a:normAutofit/>
          </a:bodyPr>
          <a:lstStyle/>
          <a:p>
            <a:r>
              <a:rPr lang="en-US" sz="2800" b="1" dirty="0"/>
              <a:t>Safety</a:t>
            </a:r>
          </a:p>
          <a:p>
            <a:r>
              <a:rPr lang="en-US" sz="2800" b="1" dirty="0"/>
              <a:t>Early detection</a:t>
            </a:r>
          </a:p>
          <a:p>
            <a:r>
              <a:rPr lang="en-US" sz="2800" b="1" dirty="0"/>
              <a:t>Efficiency</a:t>
            </a:r>
          </a:p>
          <a:p>
            <a:r>
              <a:rPr lang="en-US" sz="2800" b="1" dirty="0"/>
              <a:t>Cost reduction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9CEF18AB-EC7B-A22A-A2CA-87A9A9A8F7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5715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43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468"/>
    </mc:Choice>
    <mc:Fallback>
      <p:transition spd="slow" advTm="114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9B0C76-DDB5-DE6B-513C-2826C4D76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1422400"/>
            <a:ext cx="8153400" cy="5435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32BB76-503D-185D-F390-067AE853D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876" y="337652"/>
            <a:ext cx="8610600" cy="1293028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E492-233B-FF59-6136-18B9B36E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3644153" cy="2135393"/>
          </a:xfrm>
        </p:spPr>
        <p:txBody>
          <a:bodyPr>
            <a:normAutofit/>
          </a:bodyPr>
          <a:lstStyle/>
          <a:p>
            <a:r>
              <a:rPr lang="en-US" sz="2800" b="1" dirty="0"/>
              <a:t>Data quality</a:t>
            </a:r>
          </a:p>
          <a:p>
            <a:r>
              <a:rPr lang="en-US" sz="2800" b="1" dirty="0"/>
              <a:t>False alerts</a:t>
            </a:r>
          </a:p>
          <a:p>
            <a:r>
              <a:rPr lang="en-US" sz="2800" b="1" dirty="0"/>
              <a:t>New failures</a:t>
            </a:r>
          </a:p>
          <a:p>
            <a:r>
              <a:rPr lang="en-US" sz="2800" b="1" dirty="0"/>
              <a:t>Human oversite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A2A817DB-AE93-CA14-ABAE-E01E493FDA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0" y="56007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30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920"/>
    </mc:Choice>
    <mc:Fallback>
      <p:transition spd="slow" advTm="139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A68344-BEF9-1CEB-E949-8DAFD9810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482149"/>
            <a:ext cx="8077200" cy="54699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83620C-8F1D-91D4-BFFC-085A1827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0"/>
            <a:ext cx="6553200" cy="1707777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9541C-74E0-A030-6BF6-2CD226924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042647" cy="2242969"/>
          </a:xfrm>
        </p:spPr>
        <p:txBody>
          <a:bodyPr>
            <a:normAutofit/>
          </a:bodyPr>
          <a:lstStyle/>
          <a:p>
            <a:r>
              <a:rPr lang="en-US" sz="2800" b="1" dirty="0"/>
              <a:t>Simulation</a:t>
            </a:r>
          </a:p>
          <a:p>
            <a:r>
              <a:rPr lang="en-US" sz="2800" b="1" dirty="0"/>
              <a:t>Accuracy</a:t>
            </a:r>
          </a:p>
          <a:p>
            <a:r>
              <a:rPr lang="en-US" sz="2800" b="1" dirty="0"/>
              <a:t>Stress testing</a:t>
            </a:r>
          </a:p>
          <a:p>
            <a:r>
              <a:rPr lang="en-US" sz="2800" b="1" dirty="0"/>
              <a:t>Real-time testing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65F42412-DC74-A62A-0E7A-2A7A82596D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3900" y="5676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85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324"/>
    </mc:Choice>
    <mc:Fallback>
      <p:transition spd="slow" advTm="123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0F922BC-A8FE-784A-49EC-F572F9A85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43000"/>
            <a:ext cx="12192000" cy="5715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BE6AB5-A814-6F6C-1EBB-BD74C3A8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545056"/>
            <a:ext cx="8610600" cy="1293028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FBC16-0EF9-FB53-5D36-BA1B68D36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791200" cy="2415539"/>
          </a:xfrm>
        </p:spPr>
        <p:txBody>
          <a:bodyPr/>
          <a:lstStyle/>
          <a:p>
            <a:r>
              <a:rPr lang="en-US" sz="2800" b="1" dirty="0"/>
              <a:t>Predict -&gt; Prevent</a:t>
            </a:r>
          </a:p>
          <a:p>
            <a:r>
              <a:rPr lang="en-US" sz="2800" b="1" dirty="0"/>
              <a:t>Safer missions</a:t>
            </a:r>
          </a:p>
          <a:p>
            <a:r>
              <a:rPr lang="en-US" sz="2800" b="1" dirty="0"/>
              <a:t>Smarter Maintenance</a:t>
            </a:r>
          </a:p>
          <a:p>
            <a:endParaRPr lang="en-US" dirty="0"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F23FF6C-A48C-769A-F129-3B2B4F3994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61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52"/>
    </mc:Choice>
    <mc:Fallback>
      <p:transition spd="slow" advTm="128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39</TotalTime>
  <Words>87</Words>
  <Application>Microsoft Office PowerPoint</Application>
  <PresentationFormat>Widescreen</PresentationFormat>
  <Paragraphs>43</Paragraphs>
  <Slides>9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ADLaM Display</vt:lpstr>
      <vt:lpstr>Arial</vt:lpstr>
      <vt:lpstr>Century Gothic</vt:lpstr>
      <vt:lpstr>Vapor Trail</vt:lpstr>
      <vt:lpstr>AI-Based Predictive maintenance for space missions</vt:lpstr>
      <vt:lpstr>The Problem</vt:lpstr>
      <vt:lpstr>Why it matters</vt:lpstr>
      <vt:lpstr>The AI SOLUTION</vt:lpstr>
      <vt:lpstr>HOW IT WORKS</vt:lpstr>
      <vt:lpstr>Benefits</vt:lpstr>
      <vt:lpstr>Challenges</vt:lpstr>
      <vt:lpstr>Testing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mycolley2@yahoo.com</dc:creator>
  <cp:lastModifiedBy>mycolley2@yahoo.com</cp:lastModifiedBy>
  <cp:revision>1</cp:revision>
  <dcterms:created xsi:type="dcterms:W3CDTF">2026-05-03T01:35:58Z</dcterms:created>
  <dcterms:modified xsi:type="dcterms:W3CDTF">2026-05-03T02:15:58Z</dcterms:modified>
</cp:coreProperties>
</file>